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0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05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3504"/>
            <a:ext cx="749808" cy="749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6192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36192" y="987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4632" y="269748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Engineering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502920" y="4434840"/>
            <a:ext cx="1986077" cy="384048"/>
          </a:xfrm>
          <a:prstGeom prst="roundRect">
            <a:avLst>
              <a:gd name="adj" fmla="val 50000"/>
            </a:avLst>
          </a:prstGeom>
          <a:solidFill>
            <a:srgbClr val="1F3868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43484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35301" y="4434840"/>
            <a:ext cx="1986077" cy="384048"/>
          </a:xfrm>
          <a:prstGeom prst="roundRect">
            <a:avLst>
              <a:gd name="adj" fmla="val 50000"/>
            </a:avLst>
          </a:prstGeom>
          <a:solidFill>
            <a:srgbClr val="1F3868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35301" y="443484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67682" y="4434840"/>
            <a:ext cx="1986077" cy="384048"/>
          </a:xfrm>
          <a:prstGeom prst="roundRect">
            <a:avLst>
              <a:gd name="adj" fmla="val 50000"/>
            </a:avLst>
          </a:prstGeom>
          <a:solidFill>
            <a:srgbClr val="1F3868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67682" y="443484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00062" y="4434840"/>
            <a:ext cx="1986077" cy="384048"/>
          </a:xfrm>
          <a:prstGeom prst="roundRect">
            <a:avLst>
              <a:gd name="adj" fmla="val 50000"/>
            </a:avLst>
          </a:prstGeom>
          <a:solidFill>
            <a:srgbClr val="1F3868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0062" y="443484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32443" y="4434840"/>
            <a:ext cx="1986077" cy="384048"/>
          </a:xfrm>
          <a:prstGeom prst="roundRect">
            <a:avLst>
              <a:gd name="adj" fmla="val 50000"/>
            </a:avLst>
          </a:prstGeom>
          <a:solidFill>
            <a:srgbClr val="1F3868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32443" y="4434840"/>
            <a:ext cx="19860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1155680" cy="0"/>
          </a:xfrm>
          <a:prstGeom prst="line">
            <a:avLst/>
          </a:prstGeom>
          <a:noFill/>
          <a:ln w="12700">
            <a:solidFill>
              <a:srgbClr val="3248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5394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5650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Kumar Sharma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5394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291840" y="5650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5394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5650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5394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5650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 •  Remote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Startup Internship Program 2026  •  Certificate issued 05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summary of the role, organization and program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MarTechAdda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00757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537917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Engineering Intern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537917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98594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35754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435754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96432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33592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33592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4269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31429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Internship 2026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231429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992106" y="169164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121F3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29266" y="1783080"/>
            <a:ext cx="1422349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August 2026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129266" y="2570378"/>
            <a:ext cx="1422349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52044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INTERNSHIP AREAS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886200"/>
            <a:ext cx="11185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engineering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improvements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initiatives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as a Product Engineering Intern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connects product requirements with structured implementation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8745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MINDSET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needs to be built or improved and why.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2978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97298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requirements into maintainable implementation.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43037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417357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behavior, debug issues and refine the user experience.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02920" y="489204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3F4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7240" y="48920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confirms the Product Engineering Intern role and the five broad activity areas.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Areas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certificate-aligned areas of product engineering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planning and iterative improvement.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Engineering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interfaces and implementation.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defined requirements into functionality.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Improvements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consistency and usability.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testing, debugging, review and documentation.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Development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 to usable product improvement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8745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requirement or improvement idea into a usable software capability.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2978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CONTRIBUTION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97298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understanding, task breakdown, implementation support, testing and feedback.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43037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417357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 thinking, structured development and quality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Engineering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refining the user-facing side of a software product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REQUIREMENT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PLAN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8745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components, layouts and interactions.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2978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97298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interface requirements into maintainable changes.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43037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417357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functionality, responsiveness and consistency.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Implementation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defined requirement into a tested product capability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9313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79421" y="1874520"/>
            <a:ext cx="19313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379421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55922" y="1874520"/>
            <a:ext cx="19313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55922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32424" y="1874520"/>
            <a:ext cx="19313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32424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08925" y="1874520"/>
            <a:ext cx="19313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08925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885426" y="1874520"/>
            <a:ext cx="1803349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85426" y="1874520"/>
            <a:ext cx="1803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 and constraints.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322978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9" name="Shape 26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4597298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required change incrementally.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143037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34" name="Shape 31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8417357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normal, invalid and boundary cases where applicable.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Improvements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clarity, consistency and usability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8745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labels, hierarchy and understandable interactions.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2978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97298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spacing, components, states and patterns.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43037" y="283464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417357" y="4096512"/>
            <a:ext cx="29970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common actions easier to understand.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 Activities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 surrounding implementation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assigned changes.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expected behavior.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issues.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424428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57073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5707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54330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3991356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quality and consistency.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424428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57073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5707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54330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3991356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relevant information.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507492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3F4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7240" y="507492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broader than "it runs": correctness + maintainability + usability +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add only technologies actually used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Actual language]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Actual framework/library]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If applicable]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424428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57073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5707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54330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3991356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Actual tool]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424428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57073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5707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54330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3991356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IDE/editor]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06461" y="3424428"/>
            <a:ext cx="3582314" cy="1421892"/>
          </a:xfrm>
          <a:prstGeom prst="roundRect">
            <a:avLst>
              <a:gd name="adj" fmla="val 4502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8271053" y="357073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1053" y="35707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46541" y="354330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UI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71053" y="3991356"/>
            <a:ext cx="325313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[EDIT/ADD HERE: Actual tool(s)]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LINK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of Academic Knowledge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B.Tech CSE concepts with product engineering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2306665" cy="45720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783080"/>
            <a:ext cx="2178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CONCEPTS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783080"/>
            <a:ext cx="2306665" cy="45720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783080"/>
            <a:ext cx="2178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TASK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783080"/>
            <a:ext cx="2306665" cy="45720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783080"/>
            <a:ext cx="2178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783080"/>
            <a:ext cx="2306665" cy="45720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783080"/>
            <a:ext cx="2178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783080"/>
            <a:ext cx="2178649" cy="45720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783080"/>
            <a:ext cx="2178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468880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512" y="26151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7512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25877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3035808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functions, modularity and implementation.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04690" y="2468880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469282" y="26151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469282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944770" y="25877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469282" y="3035808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processing data where relevant.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06461" y="2468880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271053" y="26151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71053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746541" y="25877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8271053" y="3035808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and retrieval where applicable.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4430268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667512" y="457657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67512" y="4576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454914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667512" y="4997196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requests and responses.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04690" y="4430268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42" name="Shape 39"/>
          <p:cNvSpPr/>
          <p:nvPr/>
        </p:nvSpPr>
        <p:spPr>
          <a:xfrm>
            <a:off x="4469282" y="457657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469282" y="4576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4944770" y="454914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4469282" y="4997196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testing, maintenance and review.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106461" y="4430268"/>
            <a:ext cx="3582314" cy="1741932"/>
          </a:xfrm>
          <a:prstGeom prst="roundRect">
            <a:avLst>
              <a:gd name="adj" fmla="val 3675"/>
            </a:avLst>
          </a:prstGeom>
          <a:solidFill>
            <a:srgbClr val="F3F4F7"/>
          </a:solidFill>
          <a:ln/>
        </p:spPr>
      </p:sp>
      <p:sp>
        <p:nvSpPr>
          <p:cNvPr id="47" name="Shape 44"/>
          <p:cNvSpPr/>
          <p:nvPr/>
        </p:nvSpPr>
        <p:spPr>
          <a:xfrm>
            <a:off x="8271053" y="457657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271053" y="4576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8746541" y="454914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/ OS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8271053" y="4997196"/>
            <a:ext cx="325313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environments and communication.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Workflow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product engineering lifecycle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869616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74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17672" y="1874520"/>
            <a:ext cx="2869616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317672" y="1874520"/>
            <a:ext cx="274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32424" y="1874520"/>
            <a:ext cx="2869616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32424" y="1874520"/>
            <a:ext cx="274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47175" y="1874520"/>
            <a:ext cx="2741600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47175" y="1874520"/>
            <a:ext cx="274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2606040"/>
            <a:ext cx="3807866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02920" y="2606040"/>
            <a:ext cx="3679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55922" y="2606040"/>
            <a:ext cx="3807866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55922" y="2606040"/>
            <a:ext cx="3679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REVIEW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08925" y="2606040"/>
            <a:ext cx="3679850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08925" y="2606040"/>
            <a:ext cx="3679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3429000"/>
            <a:ext cx="11185855" cy="2240280"/>
          </a:xfrm>
          <a:prstGeom prst="roundRect">
            <a:avLst>
              <a:gd name="adj" fmla="val 3265"/>
            </a:avLst>
          </a:prstGeom>
          <a:solidFill>
            <a:srgbClr val="F3F4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611880"/>
            <a:ext cx="513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3977640"/>
            <a:ext cx="5135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– define expected behavior.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– break work into manageable tasks.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– implement the solution.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– verify expected and edge behavior.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233008" y="3611880"/>
            <a:ext cx="513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233008" y="3977640"/>
            <a:ext cx="5135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– isolate and correct issues.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refinement – improve user-facing quality.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– evaluate the change.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– prepare approved work for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Internship Work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and 2 — orientation and product understanding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ORIENTATION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 and role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and product-engineering context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work expectations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3557016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3813048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environment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Remote-work discipline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58952" y="4416552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" y="4672584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understanding of the engineering context.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33008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81202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89040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PRODUCT &amp; WORKFLOW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89040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89040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and development workflow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tasks or documentation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 and review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89040" y="3557016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89040" y="3813048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interpretation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 thinking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489040" y="4416552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89040" y="4672584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Internship Work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and 4 — implementation and testing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FRONT-END / PRODUCT ENGINEERING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front-end/product-engineering activities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components or modules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implementation changes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and interface checks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38130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0690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implementation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33008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89040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FEATURE &amp; TESTING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89040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89040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requirements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Feature-related changes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and edge-case testing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resolution where applicable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489040" y="38130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89040" y="40690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Internship Work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and 6 — refinement, documentation and review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UI / UX REFINEMENT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consistency and usability review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UI/UX refinements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clarity checks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incorporation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38130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0690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awareness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33008" y="1783080"/>
            <a:ext cx="5455768" cy="3429000"/>
          </a:xfrm>
          <a:prstGeom prst="roundRect">
            <a:avLst>
              <a:gd name="adj" fmla="val 2133"/>
            </a:avLst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89040" y="1965960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FINALIZATION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89040" y="24414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89040" y="26974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improvements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and debugging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outcome review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489040" y="3813048"/>
            <a:ext cx="494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SKILLS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89040" y="4069080"/>
            <a:ext cx="494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closure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Learning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 concepts strengthened through the internship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implementation.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54248" y="1783080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3518840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188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994328" y="1901952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518840" y="2350008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interaction.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05576" y="1783080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370168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70168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45656" y="1901952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370168" y="2350008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to review.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56903" y="1783080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9221495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221495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696983" y="1901952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221495" y="2350008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Isolate, correct, retest.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" y="3813048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3931920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4379976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edge cases.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54248" y="3813048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3518840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51884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3994328" y="3931920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3518840" y="4379976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review changes.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205576" y="3813048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42" name="Shape 39"/>
          <p:cNvSpPr/>
          <p:nvPr/>
        </p:nvSpPr>
        <p:spPr>
          <a:xfrm>
            <a:off x="6370168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37016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845656" y="3931920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370168" y="4379976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and consistency.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9056903" y="3813048"/>
            <a:ext cx="2631872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47" name="Shape 44"/>
          <p:cNvSpPr/>
          <p:nvPr/>
        </p:nvSpPr>
        <p:spPr>
          <a:xfrm>
            <a:off x="9221495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221495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696983" y="3931920"/>
            <a:ext cx="185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9221495" y="4379976"/>
            <a:ext cx="2302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modular code.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Testing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correct logic matters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737360"/>
          </a:xfrm>
          <a:prstGeom prst="roundRect">
            <a:avLst>
              <a:gd name="adj" fmla="val 3684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Compiler/interpreter detects invalid syntax or type-related issues.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737360"/>
          </a:xfrm>
          <a:prstGeom prst="roundRect">
            <a:avLst>
              <a:gd name="adj" fmla="val 3684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Integration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may appear when code runs or components interact.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737360"/>
          </a:xfrm>
          <a:prstGeom prst="roundRect">
            <a:avLst>
              <a:gd name="adj" fmla="val 3684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runs but produces incorrect output.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7033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" y="37033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754721" y="37033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54721" y="37033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06523" y="37033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006523" y="37033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58324" y="37033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258324" y="37033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510126" y="37033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510126" y="37033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448056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3F4F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7240" y="4480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running successfully is not enough; its behavior must be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 Practices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raw implementation into maintainable software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NAMES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87452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87452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87452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87452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should be understandable to another developer.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2978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597298" y="3108960"/>
            <a:ext cx="420624" cy="42062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729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97298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modular logic makes changes easier.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43037" y="2834640"/>
            <a:ext cx="3545738" cy="155448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8417357" y="3108960"/>
            <a:ext cx="420624" cy="420624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17357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17357" y="37033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417357" y="4096512"/>
            <a:ext cx="299709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suitable components, functions or libraries.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Practical Solutions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situations — customize with actual incidents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Codebase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structure, trace relevant paths, ask focused questions.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Reproduce, isolate, correct and retest.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assumptions and expected behavior.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cases and test incrementally.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Consistency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established patterns and compare screens.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06461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8271053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1053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46541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Communication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71053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concise updates and document blockers.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soft and professional skills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45738" cy="37947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758952" y="2011680"/>
            <a:ext cx="3033674" cy="457200"/>
          </a:xfrm>
          <a:prstGeom prst="rect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" y="201168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697480"/>
            <a:ext cx="29970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engineering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awareness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978" y="1783080"/>
            <a:ext cx="3545738" cy="37947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9010" y="2011680"/>
            <a:ext cx="3033674" cy="45720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9010" y="201168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97298" y="2697480"/>
            <a:ext cx="29970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handling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43037" y="1783080"/>
            <a:ext cx="3545738" cy="3794760"/>
          </a:xfrm>
          <a:prstGeom prst="roundRect">
            <a:avLst>
              <a:gd name="adj" fmla="val 2063"/>
            </a:avLst>
          </a:prstGeom>
          <a:solidFill>
            <a:srgbClr val="F3F4F7"/>
          </a:solidFill>
          <a:ln/>
        </p:spPr>
      </p:sp>
      <p:sp>
        <p:nvSpPr>
          <p:cNvPr id="20" name="Shape 17"/>
          <p:cNvSpPr/>
          <p:nvPr/>
        </p:nvSpPr>
        <p:spPr>
          <a:xfrm>
            <a:off x="8399069" y="2011680"/>
            <a:ext cx="3033674" cy="457200"/>
          </a:xfrm>
          <a:prstGeom prst="rect">
            <a:avLst/>
          </a:prstGeom>
          <a:solidFill>
            <a:srgbClr val="1B30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99069" y="201168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417357" y="2697480"/>
            <a:ext cx="29970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Remote-work discipline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awareness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Internship Outcomes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learning combined with professional development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product-oriented development.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awareness of user-facing implementation.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requirement-to-feature workflow.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testing, debugging and refinement habits.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communication and coordination.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06461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8271053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1053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46541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71053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continued software and AI/ML engineering growth.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Experience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practices beyond classroom coding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192024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54721" y="192024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4721" y="192024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06523" y="1920240"/>
            <a:ext cx="2306665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06523" y="192024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58324" y="1920240"/>
            <a:ext cx="2306665" cy="50292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58324" y="192024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10126" y="1920240"/>
            <a:ext cx="2178649" cy="50292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10126" y="1920240"/>
            <a:ext cx="2178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88036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3246120"/>
            <a:ext cx="11185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 practices and structured task execution.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and clear technical communication.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tracking, prioritization and timely updates.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feedback as part of software quality.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 thinking: functionality + usability + maintainability.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Evidence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verified evidence before college submission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ORIGINAL INTERNSHIP CERTIFICATE]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Screenshots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APPROVED PROJECT / UI SCREENSHOTS]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Repository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PERMITTED CODE OR GITHUB LINK]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Records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TASK LOG / WEEKLY REPORT]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FEEDBACK / EVALUATION]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06461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8271053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1053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46541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71053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VERIFIED PROJECT TITLE &amp; DESCRIPTION]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six-week Product Engineering Internship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178308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at MarTechAdda provided practical exposure to product development, front-end engineering, feature implementation, UI/UX improvement and software development activities. It helped connect B.Tech CSE concepts with a structured engineering workflow involving requirements, implementation, testing, debugging, review and refinement.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429000"/>
            <a:ext cx="2869616" cy="54864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3429000"/>
            <a:ext cx="274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17672" y="3429000"/>
            <a:ext cx="2869616" cy="54864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17672" y="3429000"/>
            <a:ext cx="274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32424" y="3429000"/>
            <a:ext cx="2869616" cy="548640"/>
          </a:xfrm>
          <a:prstGeom prst="chevron">
            <a:avLst/>
          </a:prstGeom>
          <a:solidFill>
            <a:srgbClr val="121F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32424" y="3429000"/>
            <a:ext cx="274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47175" y="3429000"/>
            <a:ext cx="2741600" cy="548640"/>
          </a:xfrm>
          <a:prstGeom prst="chevron">
            <a:avLst/>
          </a:prstGeom>
          <a:solidFill>
            <a:srgbClr val="1B30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47175" y="3429000"/>
            <a:ext cx="274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GROWTH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25196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21F3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2519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provides a foundation for further development in software engineering, product engineering, full-stack development and AI/ML-enabled applications.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2926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pic>
        <p:nvPicPr>
          <p:cNvPr id="5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73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6455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573975" y="6455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  •  Sahil Kumar Sharma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292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22529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for continued technical growth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Software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testing, performance and maintainability.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04690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69282" y="1929384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6928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944770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69282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Back-end, databases, APIs and deployment.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6461" y="1783080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71053" y="1929384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71053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46541" y="1901952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71053" y="2350008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UX, quality and iteration.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Integration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 in user-facing software.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304690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469282" y="3959352"/>
            <a:ext cx="365760" cy="365760"/>
          </a:xfrm>
          <a:prstGeom prst="ellipse">
            <a:avLst/>
          </a:prstGeom>
          <a:solidFill>
            <a:srgbClr val="121F3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6928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44770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Systems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469282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distributed systems and observability.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06461" y="3813048"/>
            <a:ext cx="3582314" cy="1810512"/>
          </a:xfrm>
          <a:prstGeom prst="roundRect">
            <a:avLst>
              <a:gd name="adj" fmla="val 3535"/>
            </a:avLst>
          </a:prstGeom>
          <a:solidFill>
            <a:srgbClr val="F3F4F7"/>
          </a:solidFill>
          <a:ln/>
        </p:spPr>
      </p:sp>
      <p:sp>
        <p:nvSpPr>
          <p:cNvPr id="37" name="Shape 34"/>
          <p:cNvSpPr/>
          <p:nvPr/>
        </p:nvSpPr>
        <p:spPr>
          <a:xfrm>
            <a:off x="8271053" y="3959352"/>
            <a:ext cx="365760" cy="365760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71053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46541" y="3931920"/>
            <a:ext cx="2805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Projects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271053" y="4379976"/>
            <a:ext cx="325313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structured engineering practices to future projects.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857" y="228601"/>
            <a:ext cx="12191695" cy="6858000"/>
          </a:xfrm>
          <a:prstGeom prst="rect">
            <a:avLst/>
          </a:prstGeom>
          <a:solidFill>
            <a:srgbClr val="121F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4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7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INTERNSHIP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977640"/>
            <a:ext cx="5486400" cy="0"/>
          </a:xfrm>
          <a:prstGeom prst="line">
            <a:avLst/>
          </a:prstGeom>
          <a:noFill/>
          <a:ln w="12700">
            <a:solidFill>
              <a:srgbClr val="32487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Sahil Kumar Sharma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590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 •  Startup Internship Program 2026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 •  Remote  •  Product Engineering Intern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1987</Words>
  <Application>Microsoft Office PowerPoint</Application>
  <PresentationFormat>Widescreen</PresentationFormat>
  <Paragraphs>618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Sahil Sharma</cp:lastModifiedBy>
  <cp:revision>4</cp:revision>
  <dcterms:created xsi:type="dcterms:W3CDTF">2026-09-18T14:26:42Z</dcterms:created>
  <dcterms:modified xsi:type="dcterms:W3CDTF">2026-09-18T14:54:16Z</dcterms:modified>
</cp:coreProperties>
</file>